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st.github.com/alexcohn/e38642f772d7bbfa62baaca0fd1ad0da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https://gist.github.com/alexcohn/e38642f772d7bbfa62baaca0fd1ad0da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fb41fd5a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fb41fd5a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5fb41fd5ac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5fb41fd5a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fb41fd5a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fb41fd5a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5fb41fd5ac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5fb41fd5ac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fb41fd5a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fb41fd5a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fb41fd5a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fb41fd5a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737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//Point operator + (const Point&amp; a, const Point&amp; b) // copied from OpenCV, but cannot stay: we can't override this for our purposes</a:t>
            </a:r>
            <a:endParaRPr sz="900">
              <a:solidFill>
                <a:srgbClr val="6A737D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737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//{</a:t>
            </a:r>
            <a:endParaRPr sz="900">
              <a:solidFill>
                <a:srgbClr val="6A737D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737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   return Point{a.x + b.x, a.y + b.y};</a:t>
            </a:r>
            <a:endParaRPr sz="900">
              <a:solidFill>
                <a:srgbClr val="6A737D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737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//}</a:t>
            </a:r>
            <a:endParaRPr sz="900">
              <a:solidFill>
                <a:srgbClr val="6A737D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fb41fd5a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fb41fd5a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fb41fd5a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fb41fd5a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fb41fd5a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fb41fd5a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190d8a6d1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190d8a6d1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190d8a6d1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190d8a6d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fb41fd5a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fb41fd5a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fb41fd5a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fb41fd5a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5fb41fd5a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5fb41fd5a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fb41fd5ac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5fb41fd5ac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fb41fd5a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5fb41fd5a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videocortex.io/2018/Affine-Space-Types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st.github.com/alexcohn/e38642f772d7bbfa62baaca0fd1ad0da" TargetMode="External"/><Relationship Id="rId4" Type="http://schemas.openxmlformats.org/officeDocument/2006/relationships/hyperlink" Target="https://github.com/apolukhin/magic_get" TargetMode="External"/><Relationship Id="rId5" Type="http://schemas.openxmlformats.org/officeDocument/2006/relationships/hyperlink" Target="https://www.youtube.com/watch?v=abdeAew3gmQ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92750" y="1071675"/>
            <a:ext cx="8951400" cy="19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Affine Combination: Divide by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</a:t>
            </a:r>
            <a:r>
              <a:rPr i="1" lang="en"/>
              <a:t>y Alex Cohn</a:t>
            </a:r>
            <a:endParaRPr i="1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75100" y="30281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http://videocortex.io/2018/Affine-Space-Types</a:t>
            </a: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729450" y="2078875"/>
            <a:ext cx="7688700" cy="9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pt1{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pt2{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(pt1 </a:t>
            </a: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pt2)</a:t>
            </a: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4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729450" y="2078875"/>
            <a:ext cx="7688700" cy="9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pt1{</a:t>
            </a: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pt2{</a:t>
            </a: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(pt1 </a:t>
            </a: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pt2)</a:t>
            </a: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" sz="14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{1.5, 2}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729450" y="2078875"/>
            <a:ext cx="7688700" cy="26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template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Combination { 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pt);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pt);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other)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other);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*=(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one,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two);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weight,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Combination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729450" y="2078875"/>
            <a:ext cx="7688700" cy="26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template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Combination { 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Combination(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pt);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pt);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other)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+=(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 other);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weight)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*=(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weight);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   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accum;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   double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sumOfWeights;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affineCombination()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73A4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Affine </a:t>
            </a:r>
            <a:r>
              <a:rPr lang="en"/>
              <a:t>Combination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729450" y="2078875"/>
            <a:ext cx="7688700" cy="27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affineCombination()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typedef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boost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pfr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tuple_element_t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expected_field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_t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ret_ptr =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reinterpret_cast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expected_field_t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*&gt;(&amp;ret);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boost::pfr::for_each_field(accum, [&amp;ret_ptr,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](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field) {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static_assert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(std::is_same&lt;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decltype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(field), 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expected_field_t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&gt;() 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ret_ptr++] =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decltype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(field)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&gt;(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field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-&gt;sumOfWeights 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enum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SumOfWeights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i="1" lang="en" sz="10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1"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0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/(</a:t>
            </a:r>
            <a:r>
              <a:rPr lang="en" sz="10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SumOfWeights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" sz="1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affineCombination(); }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SumOfWeights::N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 Point 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729450" y="2078875"/>
            <a:ext cx="76887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x;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y;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std::ostream&amp;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&lt;&lt;(std::ostream&amp; os, </a:t>
            </a:r>
            <a:r>
              <a:rPr lang="en"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&amp; pt) {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os &lt;&lt; </a:t>
            </a:r>
            <a:r>
              <a:rPr lang="en" sz="9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rPr>
              <a:t>"{"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&lt;&lt; x &lt;&lt; </a:t>
            </a:r>
            <a:r>
              <a:rPr lang="en" sz="9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rPr>
              <a:t>","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&lt;&lt; y &lt;&lt; </a:t>
            </a:r>
            <a:r>
              <a:rPr lang="en" sz="9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rPr>
              <a:t>"}"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pt.operator&lt;&lt;(os);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copied from OpenCV, but cannot stay: we can't override this for our purposes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&amp; a, </a:t>
            </a:r>
            <a:r>
              <a:rPr lang="en" sz="9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9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&amp; b) {…};</a:t>
            </a:r>
            <a:endParaRPr sz="90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examples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}, pt2{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"(pt1 + pt2)/N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",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= 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+= Point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*Point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"c/N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",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"10*pt1/N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without special class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&lt;T&gt;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operator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/(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w)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affineCombination(); }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}, pt2{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"(pt1 + pt2)/2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",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pt2)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"10*pt1/N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pt1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"({1,2,3} + {3,2,1})/N -&gt;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Point3D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Point3D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chrono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=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chrono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system_clock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::now();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= 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"tp1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"tp2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"(tp1+tp2)/N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(tp1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chrono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=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chrono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system_clock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::now();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= 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"tp1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"tp2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"(tp1+tp2)/N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(tp1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"using count()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endParaRPr sz="1200">
              <a:solidFill>
                <a:srgbClr val="0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(tp1.time_since_epoch().count() + tp2.time_since_epoch().count())/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chrono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=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chrono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system_clock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::now();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= 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ms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"tp1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tp1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"tp2        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"(tp1+tp2)/N  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(tp1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tp2)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i="1" lang="en" sz="1200">
                <a:solidFill>
                  <a:srgbClr val="660E7A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::cout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r>
              <a:rPr b="1"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"using count() "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</a:t>
            </a:r>
            <a:endParaRPr sz="1200">
              <a:solidFill>
                <a:srgbClr val="0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(tp1.time_since_epoch().count() + tp2.time_since_epoch().count())/</a:t>
            </a:r>
            <a:r>
              <a:rPr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&lt;&lt; 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::endl;</a:t>
            </a:r>
            <a:endParaRPr sz="1200">
              <a:solidFill>
                <a:srgbClr val="0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decltype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(tp1),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long long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tpc(tp1);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tpc += tp2;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ime_point</a:t>
            </a:r>
            <a:r>
              <a:rPr lang="en"/>
              <a:t>	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some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s are not constexpr aggregate initializable 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Clock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Duration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affineCombination(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chrono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time_point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Clock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Duration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&amp;)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 =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static_cast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typename </a:t>
            </a:r>
            <a:r>
              <a:rPr lang="en" sz="1200">
                <a:solidFill>
                  <a:srgbClr val="371F80"/>
                </a:solidFill>
                <a:latin typeface="Consolas"/>
                <a:ea typeface="Consolas"/>
                <a:cs typeface="Consolas"/>
                <a:sym typeface="Consolas"/>
              </a:rPr>
              <a:t>Duration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::rep&gt;(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accum.time_since_epoch().count() / sumOfWeights);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(Duration {v});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727375" y="1010250"/>
            <a:ext cx="7982700" cy="5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know time_point 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is_time_point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typename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U&gt;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(U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* u) -&gt; decltype(u-&gt;</a:t>
            </a:r>
            <a:r>
              <a:rPr lang="en" sz="12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time_since_epoch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(), std::true_type());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typename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std::false_type </a:t>
            </a:r>
            <a:r>
              <a:rPr lang="en" sz="1200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(...);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200">
              <a:solidFill>
                <a:srgbClr val="D73A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constexpr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value = decltype(test&lt;T&gt;(</a:t>
            </a:r>
            <a:r>
              <a:rPr lang="en" sz="12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T()))::value;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assume member .x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 </a:t>
            </a:r>
            <a:r>
              <a:rPr lang="en" sz="1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affineCombination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n" sz="14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T ret;</a:t>
            </a:r>
            <a:endParaRPr sz="14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decltype(</a:t>
            </a:r>
            <a:r>
              <a:rPr lang="en" sz="1400">
                <a:solidFill>
                  <a:srgbClr val="24292E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ret.x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 V;</a:t>
            </a:r>
            <a:endParaRPr sz="14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accum_ptr = </a:t>
            </a:r>
            <a:r>
              <a:rPr lang="en" sz="14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reinterpret_cast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4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" sz="14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V *&gt;(&amp;accum);</a:t>
            </a:r>
            <a:endParaRPr sz="14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…</a:t>
            </a:r>
            <a:endParaRPr sz="1200"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Missing: reflection ?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4292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 sz="1200">
                <a:solidFill>
                  <a:srgbClr val="D73A49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include</a:t>
            </a:r>
            <a:r>
              <a:rPr lang="en" sz="1200">
                <a:solidFill>
                  <a:srgbClr val="24292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32F62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"boost/pfr/precise.hpp"</a:t>
            </a:r>
            <a:endParaRPr sz="1200">
              <a:solidFill>
                <a:srgbClr val="032F62"/>
              </a:solidFill>
              <a:highlight>
                <a:srgbClr val="F6F8FA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boost::pfr::for_each_field(accum, [](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 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field) {});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typedef </a:t>
            </a:r>
            <a:r>
              <a:rPr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boost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pfr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" sz="1200">
                <a:solidFill>
                  <a:srgbClr val="371F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tuple_element_t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200">
                <a:solidFill>
                  <a:srgbClr val="371F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V;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https://gist.github.com/alexcohn/e38642f772d7bbfa62baaca0fd1ad0da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</a:rPr>
              <a:t>Special thanks to: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4292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rgbClr val="D73A49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include</a:t>
            </a:r>
            <a:r>
              <a:rPr lang="en">
                <a:solidFill>
                  <a:srgbClr val="24292E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32F62"/>
                </a:solidFill>
                <a:highlight>
                  <a:srgbClr val="F6F8FA"/>
                </a:highlight>
                <a:latin typeface="Consolas"/>
                <a:ea typeface="Consolas"/>
                <a:cs typeface="Consolas"/>
                <a:sym typeface="Consolas"/>
              </a:rPr>
              <a:t>"boost/pfr/precise.hpp"</a:t>
            </a:r>
            <a:endParaRPr i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https://github.com/apolukhin/magic_get</a:t>
            </a:r>
            <a:r>
              <a:rPr lang="en">
                <a:solidFill>
                  <a:srgbClr val="000000"/>
                </a:solidFill>
              </a:rPr>
              <a:t> by Anton Polukhin (</a:t>
            </a:r>
            <a:r>
              <a:rPr b="1" lang="en">
                <a:solidFill>
                  <a:srgbClr val="FF0000"/>
                </a:solidFill>
              </a:rPr>
              <a:t>Y</a:t>
            </a:r>
            <a:r>
              <a:rPr b="1" lang="en">
                <a:solidFill>
                  <a:srgbClr val="000000"/>
                </a:solidFill>
              </a:rPr>
              <a:t>andex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CppCon 2016: </a:t>
            </a: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https://www.youtube.com/watch?v=abdeAew3gmQ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86950" y="468630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